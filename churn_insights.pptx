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Telecom Industry |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customer churn using machine learning</a:t>
            </a:r>
          </a:p>
          <a:p>
            <a:r>
              <a:t>• Identify key churn drivers</a:t>
            </a:r>
          </a:p>
          <a:p>
            <a:r>
              <a:t>• Segment customers based on churn risk</a:t>
            </a:r>
          </a:p>
          <a:p>
            <a:r>
              <a:t>• Recommend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Model: Random Forest Classifier</a:t>
            </a:r>
          </a:p>
          <a:p>
            <a:r>
              <a:t>• Evaluation: Confusion Matrix, Classification Report</a:t>
            </a:r>
          </a:p>
          <a:p>
            <a:r>
              <a:t>• Key Features: Contract type, tenure, MonthlyCharges</a:t>
            </a:r>
          </a:p>
          <a:p>
            <a:r>
              <a:t>• Explainability: SHAP values used to interpret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 Risk: High churn probability - focus on offers</a:t>
            </a:r>
          </a:p>
          <a:p>
            <a:r>
              <a:t>• Loyal: Low churn - maintain satisfaction</a:t>
            </a:r>
          </a:p>
          <a:p>
            <a:r>
              <a:t>• Dormant: Low activity - incentivize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